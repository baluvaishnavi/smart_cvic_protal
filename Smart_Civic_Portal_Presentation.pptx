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438912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★  FINAL YEAR CAPSTONE &amp; 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1F5F9"/>
                </a:solidFill>
              </a:defRPr>
            </a:pPr>
            <a:r>
              <a:t>Smart Civic Complaint &amp;</a:t>
            </a:r>
            <a:br/>
            <a:r>
              <a:t>Municipal Issue Management System</a:t>
            </a:r>
          </a:p>
          <a:p>
            <a:pPr>
              <a:defRPr sz="1600">
                <a:solidFill>
                  <a:srgbClr val="0EA5E9"/>
                </a:solidFill>
              </a:defRPr>
            </a:pPr>
            <a:r>
              <a:t>An AI-Powered Full-Stack Platform with Automated Rule-Based Prioritization, SLA Tracking &amp; Real-Time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38912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0EA5E9"/>
                </a:solidFill>
              </a:defRPr>
            </a:pPr>
            <a:r>
              <a:t>⚡ FastAPI Backend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Python 3.14 + Uvicorn Async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38912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0EA5E9"/>
                </a:solidFill>
              </a:defRPr>
            </a:pPr>
            <a:r>
              <a:t>🍃 MongoDB Database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Flexible Grievance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8912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0EA5E9"/>
                </a:solidFill>
              </a:defRPr>
            </a:pPr>
            <a:r>
              <a:t>🤖 Machine Learning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Scikit-Learn NLP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39" y="438912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0EA5E9"/>
                </a:solidFill>
              </a:defRPr>
            </a:pPr>
            <a:r>
              <a:t>🛡️ RBAC Security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Dedicated Admin Approvals &amp; Queues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84048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●  CIVIC COMPLAINT &amp; OPERATIONS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1. Problem Statement: Modern Challenges in Civic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Citizen Disengagement &amp; Lack of Trust  [CRITICAL ISSUE]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Citizens report civic issues through slow, opaque municipal channels.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Zero real-time status visibility leads to duplicate call center complaints.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Citizens have no transparent way to track SLA resolution deadlines.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Manual Triage &amp; Operational Delays  [BOTTLENECK]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Municipal staff manually read and assign hundreds of daily grievances.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No automated classification or urgency scoring for severe incidents.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Recurring infrastructure bottlenecks remain unnoticed without hotspot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Lack of Unified SLA &amp; Executive Oversight  [GOVERNANCE GAP]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Fragmented records across spreadsheets and departmental silos.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Absence of executive analytics on aging complaints and breach rates.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Difficult to prioritize repairs based on public demand and geographic severity.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84048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●  CIVIC COMPLAINT &amp; OPERATIONS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Proposed Solution: The Smart Civic Operations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Unified Citizen Portal  [FRONTEND]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Self-service issue submission with photo upload and location selection.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Intelligent category selection with manual 'Other' custom input fallback.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Community Upvoting: Citizens can upvote existing issues to boost priority.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Personal 'My Complaints' dashboard with real-time status progression.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Smart Operations &amp; Approvals  [OPERATIONS]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Dedicated Approvals Center for municipal supervisors to verify issues.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Strict 4-stage lifecycle pipeline: NEW → ASSIGNED → IN_PROGRESS → RESOLVED.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Departmental routing (Roads, Water, Electricity, Sanitation, Traffic).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Role-Based Access Control ensuring secure single-administrator oversight.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Intelligent Automation Engine  [AI &amp; ANALYTICS]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Rule-Based Prioritization scoring (0 to 100) dynamically calculated.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NLP Classification using Scikit-Learn to auto-detect categories and urgency.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Duplicate Grievance Detection using TF-IDF and cosine similarity.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Executive Analytics: Real-time SLA breach rates, aging trends, and hotspots.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84048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●  CIVIC COMPLAINT &amp; OPERATIONS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Full-Stack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Presentation Layer (Client SPA)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Modern Responsive Single Page Application (HTML5, Tailwind CSS, Vanilla JS).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Modular architecture: Citizen Portal, Approvals Center, Operations Queue, Executive Analytics.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Chart.js interactive visualizations for issue distribution and SLA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Custom non-blocking Toast notification system replacing disruptive native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Application &amp; API Layer (FastAPI)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Asynchronous Python 3.14 backend powered by Uvicorn.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Modular REST routing: /api/complaints, /api/auth, /api/analytics, /api/ai.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Strict Pydantic v2 data validation schemas with automatic OpenAPI / Swagger documentation.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Single-origin static file serving eliminating CORS latency and configuration issues.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Data &amp; Machine Learning Layer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MongoDB (PyMongo): Document database handling flexible schemas, timelines, and users.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Machine Learning Pipeline: Scikit-Learn TF-IDF Vectorizer + Multinomial Logistic Regression.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Deterministic Prioritization Engine: Dynamic real-time scoring with aging and SLA multipliers.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Secure Authentication: SHA-256 salted password hashing and role-based session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84048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●  CIVIC COMPLAINT &amp; OPERATIONS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4. Database Architecture &amp; Collections (MongoDB)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Collection: complaints  [CORE STORE]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id: String (e.g., 'CIVIC-2026-1042')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title, description, category, address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ward_zone: Central, North, East, South, West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priority_score: Float (0.0 to 100.0)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priority_tier: CRITICAL, HIGH, MEDIUM, 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status: NEW → ASSIGNED → IN_PROGRESS → RESOLVED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approval_status: PENDING, APPROVED, REJECTED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assigned_department, assigned_officer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upvotes, created_at, sla_target_hours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Collection: users &amp; sessions  [AUTH &amp; SECURITY]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email: String (Unique Index)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hashed_password: Salted SHA-256 string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full_name, phone_number, role (CITIZEN / ADMIN)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created_at: ISO Datetime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Strict RBAC: Constant Administrator account (admin@civicportal.gov) for operations.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Self-registration enabled for all citizens.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Session tokens stored with active expiry and verification on all mutating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Timelines &amp; Comments  [AUDIT TRAIL]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complaint_timeline: Immutable audit trail logging every state change, timestamp, and actor.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Actions tracked: CREATED, APPROVED, REJECTED, ASSIGNED, STATUS_CHANGE, UPVOTED.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complaint_comments: Public and internal notes exchanged between citizens and supervisors.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Ensures total municipal accountability and transparency during public audits.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84048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●  CIVIC COMPLAINT &amp; OPERATIONS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5. Rule-Based Prioritization Engine (0 - 100 Scoring)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Mathematical Scoring Formula: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Priority Score (S) = Base Severity + Aging Penalty + SLA Breach Penalty + Duplicate Multiplier + Hotspot Bonus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2514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Base Category Severity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Structural / Gas: 45 pts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Water &amp; Drainage: 35 pts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Roadway Potholes: 30 pts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Streetlight / Power: 25 pts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Waste / Sanitation: 20 pts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Noise / Aesthetics: 15 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834640"/>
            <a:ext cx="2514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Aging &amp; SLA Penalties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Aging: +2.0 pts per elapsed day.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Cap: Up to +20 pts total.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SLA Breach: Immediate +15 pts bonus if resolution target is breached.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Guarantees old complaints never get buried.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34640"/>
            <a:ext cx="2514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Community Multipliers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Upvotes: +2.5 pts per citizen upvote.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Similar Reports: +5.0 pts per co-located report.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Community multiplier escalates collective neighborhood problems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834640"/>
            <a:ext cx="2514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Priority Tiers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CRITICAL: 85 – 100 pts (Immediate 12h SLA)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HIGH: 65 – 84 pts (24h SLA)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MEDIUM: 35 – 64 pts (48h SLA)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LOW: 0 – 34 pts (72h SLA)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84048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●  CIVIC COMPLAINT &amp; OPERATIONS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6. Machine Learning Pipeline: NLP &amp; Duplicate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Text Preprocessing &amp; NLP Pipeline  [FEATURE EXTRACTION]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Text Normalization: Lowercase conversion, alphanumeric regex extraction, and stopword removal.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TF-IDF Vectorizer: Extracts unigrams and bigrams (1-2 n-grams) with sublinear term-frequency scaling.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Handles noisy citizen descriptions, colloquial language, and typographical variances.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Fast feature extraction optimized for sub-10ms inference per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Multinomial Logistic Classifier  [MODEL ARCHITECTURE]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Trained on municipal issue corpora with 10+ standard categories.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Balanced class weighting to avoid bias against rare critical infrastructure incidents.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Predicts primary category and outputs calibrated confidence probabilities.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Integrated active learning endpoint (POST /api/ai/retrain) to adapt to new civic trends.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Cosine Similarity Duplicate Engine  [DUPLICATE DETECTION]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Compares new complaints against open issues within the same municipal zone.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Calculates semantic similarity score (0.0 to 1.0) using vector dot products.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Detects duplicate incidents in real-time and increments cluster count instead of creating clutter.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Alerts citizens before form submission if a similar issue was recently reported.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84048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●  CIVIC COMPLAINT &amp; OPERATIONS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7. Citizen Portal: Intuitive Self-Service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Streamlined Issue Reporting  [SUBMISSION]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One-click quick category chips (Pothole, Water, Streetlight, Waste, etc.).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Interactive Manual Custom Category Box for non-standard municipal issues.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Zone selection across 5 municipal wards (Central, North, East, South, West).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Live photo preview and client-side format/size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Community Upvoting System  [ENGAGEMENT]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Public feed displaying ongoing complaints in the citizen's neighborhood.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Citizens can upvote existing complaints to highlight collective urgency.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Upvoting directly increments priority score, reducing municipal call center duplication.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Real-time duplicate counter warnings prevent redundant submissions.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Transparent Tracking &amp; SLAs  [TRANSPARENCY]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Unique tracking reference: CIVIC-2026-XXXX.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'My Complaints' tab displaying all past and active tickets submitted by the logged-in user.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Live lifecycle visual progress bar: NEW → ASSIGNED → IN PROGRESS → RESOLVED.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Clear SLA countdown showing remaining hours before deadline breach.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84048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●  CIVIC COMPLAINT &amp; OPERATIONS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8. Municipal Operations: Dedicated Approvals &amp; Queues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Dedicated Approvals Center  [APPROVALS]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Supervisor vetting queue to verify authenticity before dispatching field crews.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Summary metric cards: Pending Review, Approved &amp; Dispatched, Rejected.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1-Click Batch Approval: Allows supervisors to clear multiple valid issues simultaneously.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Decision modal with preset remark pills for rapid, standardized dispatch.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Field Operations Queue  [FIELD WORK ORDERS]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Strict 4-stage lifecycle progression: NEW → ASSIGNED → IN_PROGRESS → RESOLVED.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Departmental dispatch to 9 specialized public boards (Roads, Water, Power, Sanitation).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Officer assignment with contact tracking.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Status Update Modal with resolution notes and direct citizen timeline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Role-Based Security &amp; Guardrails  [GOVERNANCE &amp; RBAC]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Strict single-administrator credential enforcement (admin@civicportal.gov).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Administrative tabs dynamically hidden from regular citizen accounts.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Backend middleware returns 403 Forbidden for unauthorized mutation attempts.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Audit trail logs supervisor actions for compliance and anti-fraud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84048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●  CIVIC COMPLAINT &amp; OPERATIONS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9. Executive Analytics &amp; Hotspot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Executive KPI Dashboard  [KEY METRICS]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Total Grievances Registered &amp; Real-Time Resolution Rate (%).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SLA Compliance Percentage &amp; Average Resolution Duration.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Aging Complaints Indicator: Highlights unresolved issues &gt; 48h.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Zone-by-zone performance comparisons across municipal wards.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Visual Distribution Analytics  [DATA VISUALIZATION]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Interactive Status Breakdown Doughnut Chart (New, Assigned, In Progress, Resolved).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Category Volume Bar Chart illustrating municipal resource demand.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Approval Pipeline Breakdown (Pending vs. Approved vs. Rejected).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Powered by Chart.js with dynamic real-time AJAX data refresh.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High-Priority Hotspots Table  [HOTSPOT DETECTION]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Clustered spatial analysis identifying recurring problem intersections.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Recurrence Counts: Ranks addresses with repeated infrastructure breakdowns.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Highest Severity Tier tracking to focus municipal capital expenditure.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Clean, high-contrast tabular presentation replacing slow GIS map rendering.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84048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●  CIVIC COMPLAINT &amp; OPERATIONS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10. Comprehensive Testing &amp; Verification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Automated Test Suite Status: 31 of 31 Tests Passing (100% Pass Rate)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Verified on Python 3.14 + Pytest with full coverage across authentication, authorization, AI, and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2514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Auth &amp; Registration (6 Tests)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Citizen self-registration validation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Duplicate email rejection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Admin email spoofing prevention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Returning citizen login token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Single-admin credential validation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Strict 403 Forbidden security 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834640"/>
            <a:ext cx="2514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API &amp; Operations (7 Tests)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Health checks &amp; config endpoints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Issue submission &amp; validation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Full lifecycle status transitions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Upvoting priority increment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Analytics &amp; metrics computation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Geospatial hotspot aggregation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Custom category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34640"/>
            <a:ext cx="2514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AI &amp; Prioritization (11 Tests)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Case study prompt extraction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NLP categorization accuracy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Duplicate text cosine similarity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Base category severity scoring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Aging penalty calculations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SLA breach escalation logic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Location hotspot bonuses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834640"/>
            <a:ext cx="2514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RBAC &amp; Approvals (7 Tests)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Citizen complaint isolation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Role-based tab access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Admin approval &amp; rejection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Batch approval execution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Status filter precision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ML dataset training &amp; evaluation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Text normalization benchmarking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84048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●  CIVIC COMPLAINT &amp; OPERATIONS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11. Production Cloud Deployment: Railway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Why Railway Over Serverless (Vercel)?  [PLATFORM ADVANTAGES]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Persistent Uvicorn Process: Runs FastAPI continuously without AWS Lambda 10s timeouts.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In-Memory ML Cache: Scikit-Learn model stays in RAM for sub-10ms inference.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Zero Cold Starts: Eliminates 4-8 second serverless spin-up delays for citizens.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Single Origin: Serves static frontend and /api/ on one domain with zero CORS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Integrated 1-Click MongoDB  [DATABASE PROVISIONING]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Dedicated cloud database provisioned in 1 click inside the same project canvas.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Automatic environment variable injection: MONGO_URL provided directly to the web app.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Zero manual IP whitelisting or VPC peering headaches required by external database providers.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Persistent volume storage preserving all complaints, users, and audit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Deployment Pipeline &amp; Artifacts  [DEPLOYMENT WORKFLOW]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Procfile: web: python run.py executing Uvicorn with auto-assigned $PORT.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Dynamic Host Binding: Listens on 0.0.0.0 for containerized port forwarding.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Automatic SSL/TLS: Live HTTPS *.up.railway.app domain provisioned instantly.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Continuous Deployment: Auto-builds and deploys directly from GitHub main branch.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84048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●  CIVIC COMPLAINT &amp; OPERATIONS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12. Future Scope &amp; Next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Mobile App (Flutter / React Native)  [MOBILE EXPANSION]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Cross-platform mobile app for iOS and Android.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Instant GPS geotagging and direct camera photo capture.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Push notifications for status transitions and supervisor notes.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Offline complaint drafting with automatic sync when connected.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IoT Sensor Integration  [SMART CITY IOT]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Automated telemetry from smart water flow meters and streetlights.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Predictive maintenance: Generates tickets before citizens report failures.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Continuous pressure monitoring to detect water pipeline leakages instantly.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Environmental sensors detecting local air and noise pollution surges.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</a:defRPr>
            </a:pPr>
            <a:r>
              <a:t>Multilingual &amp; Citizen Messaging  [OMNICHANNEL AI]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Voice-to-text grievance reporting in regional and local languages.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Automated WhatsApp and SMS bot for complaint filing and status inquiry.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Computer Vision for automated pothole depth and trash volume assessment.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Public API access for municipal open data and civic hackathons.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292608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✔  PROJECT SUMMARY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1F5F9"/>
                </a:solidFill>
              </a:defRPr>
            </a:pPr>
            <a:r>
              <a:t>Empowering Citizens, Streamlining Municipal Action</a:t>
            </a:r>
          </a:p>
          <a:p>
            <a:pPr>
              <a:defRPr sz="1600">
                <a:solidFill>
                  <a:srgbClr val="0EA5E9"/>
                </a:solidFill>
              </a:defRPr>
            </a:pPr>
            <a:r>
              <a:t>A complete, production-tested civic operations ecosystem built with FastAPI, MongoDB, and Scikit-Learn.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91840"/>
            <a:ext cx="31089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Transparent Citizen Governance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Eliminates call center black holes through real-time tracking, SLA countdowns, and community upvoting.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291840"/>
            <a:ext cx="31089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Automated Prioritization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Rule-based 0-100 scoring ensures life-critical and aging civic problems are routed to field crews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291840"/>
            <a:ext cx="31089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Battle-Tested Reliability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100% automated test pass rate across 31 test suites, strict single-admin RBAC, and cloud deployment 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Thank You!  |  Questions &amp; Answers Welcome  |  Live Demo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